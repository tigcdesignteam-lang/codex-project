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ST-01 | Asymmetric cable zip polo | Bamboo Cotton | Slim Fit</a:t>
            </a:r>
          </a:p>
          <a:p>
            <a:r>
              <a:t>Colourways, left to right: Dark Olive / Off White / Burgundy; Denim Blue / Off White / Navy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ST-02 | Diamond textured open-neck polo | Bamboo Cotton | Slim Fit</a:t>
            </a:r>
          </a:p>
          <a:p>
            <a:r>
              <a:t>Colourways, left to right: Classic Beige; Grounded Green</a:t>
            </a:r>
          </a:p>
          <a:p>
            <a:r>
              <a:t>Colour names transcribed from embedded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ST-03 | Floral jacquard crew tee | Bamboo Cotton | Relaxed Fit</a:t>
            </a:r>
          </a:p>
          <a:p>
            <a:r>
              <a:t>Colourways, left to right: Classic Beige / Bright White; Eucalyptus / Natural Cotton</a:t>
            </a:r>
          </a:p>
          <a:p>
            <a:r>
              <a:t>Colour names transcribed from embedded labels; relaxed fit confirmed in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ST-04 | Contrast piping knit polo | Lyocel Cotton | Slim Fit</a:t>
            </a:r>
          </a:p>
          <a:p>
            <a:r>
              <a:t>Colourways, left to right: Earthy Brown / Natural Cotton; Classic Navy / Natural Cotton</a:t>
            </a:r>
          </a:p>
          <a:p>
            <a:r>
              <a:t>Colour names transcribed from embedded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ST-05 | Striped-placket open-knit polo | Lyocel Cotton | Slim Fit</a:t>
            </a:r>
          </a:p>
          <a:p>
            <a:r>
              <a:t>Colourways, left to right: Natural Cotton / Chocolate Brown; Burgundy / Natural Cotton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ST-08 | Essential fine-knit crew tee | Cotton Linen | Slim Fit</a:t>
            </a:r>
          </a:p>
          <a:p>
            <a:r>
              <a:t>Colourways, left to right: Natural Cotton; Black; Navy; Sage Green; Powder Blue</a:t>
            </a:r>
          </a:p>
          <a:p>
            <a:r>
              <a:t>Matches original ST-08 essential crew; expanded from two to five colourways.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ST-20 | Contrast-collar essential polo | Cotton Linen | Slim Fit</a:t>
            </a:r>
          </a:p>
          <a:p>
            <a:r>
              <a:t>Colourways, left to right: Powder Blue / Off White; Dusty Rose / Off White; Sage Green / Off White; Navy / Off White; Oatmeal / Off White</a:t>
            </a:r>
          </a:p>
          <a:p>
            <a:r>
              <a:t>New style in final PDF; assigned ST-20 to preserve existing design IDs. Matches additional IMG_8742 silhouette.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ST-07 | Chest-block open-neck polo | Cotton Linen | Slim Fit</a:t>
            </a:r>
          </a:p>
          <a:p>
            <a:r>
              <a:t>Colourways, left to right: Natural Cotton / Denim Blue / Navy; Butter Yellow / Natural Cotton / Burgundy</a:t>
            </a:r>
          </a:p>
          <a:p>
            <a:r>
              <a:t>Original ST-07 silhouette appears on PDF page 8; mapped by design rather than page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ST-09 | Tipped fine-knit polo | Cotton Viscose Nylon | Slim Fit</a:t>
            </a:r>
          </a:p>
          <a:p>
            <a:r>
              <a:t>Colourways, left to right: Navy / Off White; Rust / Off White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ST-10 | Breton stripe long-sleeve crew | Cotton Viscose Nylon | Slim Fit</a:t>
            </a:r>
          </a:p>
          <a:p>
            <a:r>
              <a:t>Colourways, left to right: Off White / Denim Blue; Off White / Rust; Off White / Olive Green</a:t>
            </a:r>
          </a:p>
          <a:p>
            <a:r>
              <a:t>Expanded to three colourways; long sleeves confirmed in final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ST-11 | Athletic Club cricket mesh tee | 100% Cotton | Relaxed Fit</a:t>
            </a:r>
          </a:p>
          <a:p>
            <a:r>
              <a:t>Colourways, left to right: Natural Cotton / Burgundy</a:t>
            </a:r>
          </a:p>
          <a:p>
            <a:r>
              <a:t>ONE colourway shown in front and back views, plus badge detail. Final PDF confirms large graphic on BACK; replaces earlier inferred front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ST-12 | Vertical pinstripe zip polo | 100% Cotton | Slim Fit</a:t>
            </a:r>
          </a:p>
          <a:p>
            <a:r>
              <a:t>Colourways, left to right: Powder Blue / Navy; White / Navy / Burgundy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ST-13 | Contrast zip stag polo | 100% Cotton | Slim Fit</a:t>
            </a:r>
          </a:p>
          <a:p>
            <a:r>
              <a:t>Colourways, left to right: Deep Teal / Navy; Sage Green / Navy</a:t>
            </a:r>
          </a:p>
          <a:p>
            <a:r>
              <a:t>Final render is a flat garment image rather than an on-model view; retained exactly as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ST-14 | Chest-stripe mesh zip polo | 100% Cotton | Slim Fit</a:t>
            </a:r>
          </a:p>
          <a:p>
            <a:r>
              <a:t>Colourways, left to right: White / Navy / Powder Blue; Navy / Butter Yellow / Dusty Pink</a:t>
            </a:r>
          </a:p>
          <a:p>
            <a:r>
              <a:t>Both colourways include red badge / zip-pull accents.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ST-15 | Broad-stripe colour-block polo | 100% Cotton | Slim Fit</a:t>
            </a:r>
          </a:p>
          <a:p>
            <a:r>
              <a:t>Colourways, left to right: Mustard Yellow / Royal Blue; Emerald Green / Purple</a:t>
            </a:r>
          </a:p>
          <a:p>
            <a:r>
              <a:t>Final colourways and band placement follow PDF; replaces earlier off-white/navy/chocolate palette.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ST-16 | Fine stripe open-neck polo | Cotton Viscose | Slim Fit</a:t>
            </a:r>
          </a:p>
          <a:p>
            <a:r>
              <a:t>Colourways, left to right: Natural Cotton / Taupe; Royal Blue / White</a:t>
            </a:r>
          </a:p>
          <a:p>
            <a:r>
              <a:t>Additional small inset is a trim/logo detail of colourway 2, not a third colourway.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ST-17 | Botanical rib resort polo | Cotton Viscose | Slim Fit</a:t>
            </a:r>
          </a:p>
          <a:p>
            <a:r>
              <a:t>Colourways, left to right: Natural Cotton Botanical; Dark Olive Botanical</a:t>
            </a:r>
          </a:p>
          <a:p>
            <a:r>
              <a:t>Additional inset is embroidery detail of colourway 2, not a third colourway.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ST-18 | Pointelle tipped knit polo | 100% Cotton | Slim Fit</a:t>
            </a:r>
          </a:p>
          <a:p>
            <a:r>
              <a:t>Colourways, left to right: Chocolate Brown / Natural Cotton; Natural Cotton / Chocolate Brown</a:t>
            </a:r>
          </a:p>
          <a:p>
            <a:r>
              <a:t>Final PDF specifies 100% cotton; original workbook specified Cotton Viscose. Final PDF value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ST-19 | Raglan micro-stripe crew tee | 100% Cotton | Slim Fit</a:t>
            </a:r>
          </a:p>
          <a:p>
            <a:r>
              <a:t>Colourways, left to right: Natural Cotton / Taupe / Grey; Burgundy / Taupe / Grey</a:t>
            </a:r>
          </a:p>
          <a:p>
            <a:r>
              <a:t>Final PDF specifies 100% cotton; original workbook specified Cotton Viscose. Final PDF value used. Fabric close-up belongs to colourway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ST-01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Dark Olive / Off White / Burgundy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Denim Blue / Off White / Navy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01 | ST-01 | COLOUR NAMES MATCH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ST-02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Classic Beige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Grounded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02 | ST-02 | COLOUR NAMES MATCH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ST-03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Classic Beige / Bright White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Eucalyptus / Natural Cotton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03 | ST-03 | COLOUR NAMES MATCH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ST-04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Earthy Brown / Natural Cotton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Classic Navy / Natural Cotton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04 | ST-04 | COLOUR NAMES MATCH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ST-05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Chocolate Brown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Burgundy / Natural Cotton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05 | ST-05 | COLOUR NAMES MATCH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ST-08 | 5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5908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280416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Black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346456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03200" y="367792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03200" y="433832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03200" y="455168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Sage 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03200" y="52120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03200" y="542544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Powder 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06 | ST-08 | COLOUR NAMES MATCH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ST-20 | 5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Powder Blue / Off White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5908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280416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Dusty Rose / Off White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346456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03200" y="367792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Sage Green / Off 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03200" y="433832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03200" y="455168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Navy / Off White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03200" y="52120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03200" y="5425440"/>
            <a:ext cx="1574800" cy="67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Oatmeal / Off White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07 | ST-20 | COLOUR NAMES MATCH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ST-07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Denim Blue /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Butter Yellow / Natural Cotton / Burgundy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08 | ST-07 | COLOUR NAMES MATCH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ST-09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Navy / Off White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Rust / Off White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09 | ST-09 | COLOUR NAMES MATCH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ST-10 | 3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Off White / Denim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Off White / 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41554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03200" y="43688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Off White / Olive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10 | ST-10 | COLOUR NAMES MATCH EXCEL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ST-11 | 1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Burgundy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6451600"/>
            <a:ext cx="15748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One colourway: front, back and badge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11 | ST-11 | COLOUR NAMES MATCH EXCEL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ST-12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Powder Blue /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White / Navy / Burgundy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12 | ST-12 | COLOUR NAMES MATCH EXCEL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ST-13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Deep Teal /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Sage Green / Navy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13 | ST-13 | COLOUR NAMES MATCH EXCEL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ST-14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White / Navy / Powder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Navy / Butter Yellow / Dusty Pink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14 | ST-14 | COLOUR NAMES MATCH EXCEL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ST-15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Mustard Yellow / Royal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Emerald Green / 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15 | ST-15 | COLOUR NAMES MATCH EXCEL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ST-16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Taupe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Royal Blue / White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6451600"/>
            <a:ext cx="15748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Inset is a detail, not an extra colourway.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16 | ST-16 | COLOUR NAMES MATCH EXCEL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ST-17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Botanical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Dark Olive Botanical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6451600"/>
            <a:ext cx="15748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Inset is a detail, not an extra colourway.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17 | ST-17 | COLOUR NAMES MATCH EXCEL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ST-18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Chocolate Brown / Natural Cotton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Chocolate Brown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18 | ST-18 | COLOUR NAMES MATCH EXCEL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801600" y="1066800"/>
            <a:ext cx="1727200" cy="6146800"/>
          </a:xfrm>
          <a:prstGeom prst="rect">
            <a:avLst/>
          </a:prstGeom>
          <a:solidFill>
            <a:srgbClr val="F7FAFA"/>
          </a:solidFill>
          <a:ln>
            <a:solidFill>
              <a:srgbClr val="DC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03200" y="121920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A3340"/>
                </a:solidFill>
                <a:latin typeface="Arial"/>
              </a:defRPr>
            </a:pPr>
            <a:r>
              <a:t>ST-19 | 2 COLOURWAYS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03200" y="145288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20" b="0">
                <a:solidFill>
                  <a:srgbClr val="1A3340"/>
                </a:solidFill>
                <a:latin typeface="Arial"/>
              </a:defRPr>
            </a:pPr>
            <a:r>
              <a:t>ORDER: LEFT TO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03200" y="17170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03200" y="19304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Natural Cotton / Taupe / Grey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3200" y="2936240"/>
            <a:ext cx="1574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A3340"/>
                </a:solidFill>
                <a:latin typeface="Arial"/>
              </a:defRPr>
            </a:pPr>
            <a:r>
              <a:t>CW02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03200" y="3149600"/>
            <a:ext cx="1574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60" b="0">
                <a:solidFill>
                  <a:srgbClr val="1A3340"/>
                </a:solidFill>
                <a:latin typeface="Arial"/>
              </a:defRPr>
            </a:pPr>
            <a:r>
              <a:t>Burgundy / Taupe / Grey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03200" y="6451600"/>
            <a:ext cx="15748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Inset is a detail, not an extra colourway.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785368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1A3340"/>
                </a:solidFill>
                <a:latin typeface="Arial"/>
              </a:defRPr>
            </a:pPr>
            <a:r>
              <a:t>FINAL RANGE | PDF PAGE 19 | ST-19 | COLOUR NAMES MATCH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